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saveSubsetFonts="1">
  <p:sldMasterIdLst>
    <p:sldMasterId id="2147483648" r:id="rId1"/>
  </p:sldMasterIdLst>
  <p:notesMasterIdLst>
    <p:notesMasterId r:id="rId2"/>
  </p:notesMasterIdLst>
  <p:sldIdLst>
    <p:sldId id="256" r:id="rId3"/>
  </p:sldIdLst>
  <p:sldSz type="screen16x9" cy="6858000" cx="12192000"/>
  <p:notesSz cx="6858000" cy="9144000"/>
  <p:defaultTextStyle>
    <a:defPPr>
      <a:defRPr lang="en-US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652" y="56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tableStyles" Target="tableStyle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44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590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algn="ctr" indent="0" marL="0">
              <a:buNone/>
              <a:defRPr sz="24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59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C4BB87A-EEBC-475F-917A-64D21FE011B3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104859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9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940E486-DD34-4037-A050-E1F98D4012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582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C4BB87A-EEBC-475F-917A-64D21FE011B3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940E486-DD34-4037-A050-E1F98D4012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15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indent="0" mar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1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C4BB87A-EEBC-475F-917A-64D21FE011B3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104861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940E486-DD34-4037-A050-E1F98D4012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20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21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2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C4BB87A-EEBC-475F-917A-64D21FE011B3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1048623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24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940E486-DD34-4037-A050-E1F98D4012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26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27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28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29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30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C4BB87A-EEBC-475F-917A-64D21FE011B3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1048631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2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940E486-DD34-4037-A050-E1F98D4012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595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C4BB87A-EEBC-475F-917A-64D21FE011B3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1048596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9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940E486-DD34-4037-A050-E1F98D4012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C4BB87A-EEBC-475F-917A-64D21FE011B3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104863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940E486-DD34-4037-A050-E1F98D4012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37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38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3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C4BB87A-EEBC-475F-917A-64D21FE011B3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104864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4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940E486-DD34-4037-A050-E1F98D4012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04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605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0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C4BB87A-EEBC-475F-917A-64D21FE011B3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104860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0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940E486-DD34-4037-A050-E1F98D4012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10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C4BB87A-EEBC-475F-917A-64D21FE011B3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10486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940E486-DD34-4037-A050-E1F98D4012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p>
            <a:r>
              <a:rPr lang="en-US"/>
              <a:t>Click to edit Master title style</a:t>
            </a:r>
          </a:p>
        </p:txBody>
      </p:sp>
      <p:sp>
        <p:nvSpPr>
          <p:cNvPr id="1048599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0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C4BB87A-EEBC-475F-917A-64D21FE011B3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104860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0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940E486-DD34-4037-A050-E1F98D4012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/>
              <a:t>Click to edit Master title style</a:t>
            </a:r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4BB87A-EEBC-475F-917A-64D21FE011B3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0E486-DD34-4037-A050-E1F98D4012DE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Rectangle 2"/>
          <p:cNvSpPr/>
          <p:nvPr/>
        </p:nvSpPr>
        <p:spPr>
          <a:xfrm>
            <a:off x="838200" y="1237631"/>
            <a:ext cx="10287000" cy="4694127"/>
          </a:xfrm>
          <a:prstGeom prst="rect"/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587" name="Title 1"/>
          <p:cNvSpPr>
            <a:spLocks noGrp="1"/>
          </p:cNvSpPr>
          <p:nvPr>
            <p:ph type="title"/>
          </p:nvPr>
        </p:nvSpPr>
        <p:spPr>
          <a:xfrm>
            <a:off x="838199" y="210135"/>
            <a:ext cx="5709745" cy="1027496"/>
          </a:xfrm>
        </p:spPr>
        <p:txBody>
          <a:bodyPr>
            <a:normAutofit/>
          </a:bodyPr>
          <a:p>
            <a:r>
              <a:rPr b="1" dirty="0" sz="3200" lang="en-US">
                <a:latin typeface="Palatino Linotype" panose="02040502050505030304" pitchFamily="18" charset="0"/>
              </a:rPr>
              <a:t>Customer Problem Template</a:t>
            </a:r>
          </a:p>
        </p:txBody>
      </p:sp>
      <p:sp>
        <p:nvSpPr>
          <p:cNvPr id="1048588" name="TextBox 4"/>
          <p:cNvSpPr txBox="1"/>
          <p:nvPr/>
        </p:nvSpPr>
        <p:spPr>
          <a:xfrm>
            <a:off x="1199251" y="1594020"/>
            <a:ext cx="9925948" cy="4342384"/>
          </a:xfrm>
          <a:prstGeom prst="rect"/>
          <a:noFill/>
        </p:spPr>
        <p:txBody>
          <a:bodyPr rtlCol="0" wrap="square">
            <a:spAutoFit/>
          </a:bodyPr>
          <a:p>
            <a:pPr>
              <a:lnSpc>
                <a:spcPct val="107000"/>
              </a:lnSpc>
              <a:spcAft>
                <a:spcPts val="800"/>
              </a:spcAft>
            </a:pPr>
            <a:r>
              <a:rPr b="0" dirty="0" sz="2000" i="0" lang="en-IN" strike="noStrike" u="none">
                <a:effectLst/>
              </a:rPr>
              <a:t>For</a:t>
            </a:r>
            <a:r>
              <a:rPr b="0" dirty="0" sz="2000" i="0" lang="en-IN" strike="noStrike" u="none">
                <a:solidFill>
                  <a:srgbClr val="00B050"/>
                </a:solidFill>
                <a:effectLst/>
              </a:rPr>
              <a:t> [ </a:t>
            </a:r>
            <a:r>
              <a:rPr b="0" dirty="0" sz="2000" i="0" lang="en-US" strike="noStrike" u="none">
                <a:solidFill>
                  <a:srgbClr val="00B050"/>
                </a:solidFill>
                <a:effectLst/>
              </a:rPr>
              <a:t>I</a:t>
            </a:r>
            <a:r>
              <a:rPr b="0" dirty="0" sz="2000" i="0" lang="en-US" strike="noStrike" u="none">
                <a:solidFill>
                  <a:srgbClr val="00B050"/>
                </a:solidFill>
                <a:effectLst/>
              </a:rPr>
              <a:t>n</a:t>
            </a:r>
            <a:r>
              <a:rPr b="0" dirty="0" sz="2000" i="0" lang="en-US" strike="noStrike" u="none">
                <a:solidFill>
                  <a:srgbClr val="00B050"/>
                </a:solidFill>
                <a:effectLst/>
              </a:rPr>
              <a:t>d</a:t>
            </a:r>
            <a:r>
              <a:rPr b="0" dirty="0" sz="2000" i="0" lang="en-US" strike="noStrike" u="none">
                <a:solidFill>
                  <a:srgbClr val="00B050"/>
                </a:solidFill>
                <a:effectLst/>
              </a:rPr>
              <a:t>i</a:t>
            </a:r>
            <a:r>
              <a:rPr b="0" dirty="0" sz="2000" i="0" lang="en-US" strike="noStrike" u="none">
                <a:solidFill>
                  <a:srgbClr val="00B050"/>
                </a:solidFill>
                <a:effectLst/>
              </a:rPr>
              <a:t>v</a:t>
            </a:r>
            <a:r>
              <a:rPr b="0" dirty="0" sz="2000" i="0" lang="en-US" strike="noStrike" u="none">
                <a:solidFill>
                  <a:srgbClr val="00B050"/>
                </a:solidFill>
                <a:effectLst/>
              </a:rPr>
              <a:t>i</a:t>
            </a:r>
            <a:r>
              <a:rPr b="0" dirty="0" sz="2000" i="0" lang="en-US" strike="noStrike" u="none">
                <a:solidFill>
                  <a:srgbClr val="00B050"/>
                </a:solidFill>
                <a:effectLst/>
              </a:rPr>
              <a:t>d</a:t>
            </a:r>
            <a:r>
              <a:rPr b="0" dirty="0" sz="2000" i="0" lang="en-US" strike="noStrike" u="none">
                <a:solidFill>
                  <a:srgbClr val="00B050"/>
                </a:solidFill>
                <a:effectLst/>
              </a:rPr>
              <a:t>u</a:t>
            </a:r>
            <a:r>
              <a:rPr b="0" dirty="0" sz="2000" i="0" lang="en-US" strike="noStrike" u="none">
                <a:solidFill>
                  <a:srgbClr val="00B050"/>
                </a:solidFill>
                <a:effectLst/>
              </a:rPr>
              <a:t>a</a:t>
            </a:r>
            <a:r>
              <a:rPr b="0" dirty="0" sz="2000" i="0" lang="en-US" strike="noStrike" u="none">
                <a:solidFill>
                  <a:srgbClr val="00B050"/>
                </a:solidFill>
                <a:effectLst/>
              </a:rPr>
              <a:t>l</a:t>
            </a:r>
            <a:r>
              <a:rPr b="0" dirty="0" sz="2000" i="0" lang="en-US" strike="noStrike" u="none">
                <a:solidFill>
                  <a:srgbClr val="00B050"/>
                </a:solidFill>
                <a:effectLst/>
              </a:rPr>
              <a:t>s</a:t>
            </a:r>
            <a:r>
              <a:rPr b="0" dirty="0" sz="2000" i="0" lang="en-US" strike="noStrike" u="none">
                <a:solidFill>
                  <a:srgbClr val="00B050"/>
                </a:solidFill>
                <a:effectLst/>
              </a:rPr>
              <a:t> </a:t>
            </a:r>
            <a:r>
              <a:rPr b="0" dirty="0" sz="2000" i="0" lang="en-US" strike="noStrike" u="none">
                <a:solidFill>
                  <a:srgbClr val="00B050"/>
                </a:solidFill>
                <a:effectLst/>
              </a:rPr>
              <a:t>a</a:t>
            </a:r>
            <a:r>
              <a:rPr b="0" dirty="0" sz="2000" i="0" lang="en-US" strike="noStrike" u="none">
                <a:solidFill>
                  <a:srgbClr val="00B050"/>
                </a:solidFill>
                <a:effectLst/>
              </a:rPr>
              <a:t>n</a:t>
            </a:r>
            <a:r>
              <a:rPr b="0" dirty="0" sz="2000" i="0" lang="en-US" strike="noStrike" u="none">
                <a:solidFill>
                  <a:srgbClr val="00B050"/>
                </a:solidFill>
                <a:effectLst/>
              </a:rPr>
              <a:t>d</a:t>
            </a:r>
            <a:r>
              <a:rPr b="0" dirty="0" sz="2000" i="0" lang="en-US" strike="noStrike" u="none">
                <a:solidFill>
                  <a:srgbClr val="00B050"/>
                </a:solidFill>
                <a:effectLst/>
              </a:rPr>
              <a:t> </a:t>
            </a:r>
            <a:r>
              <a:rPr b="0" dirty="0" sz="2000" i="0" lang="en-US" strike="noStrike" u="none">
                <a:solidFill>
                  <a:srgbClr val="00B050"/>
                </a:solidFill>
                <a:effectLst/>
              </a:rPr>
              <a:t>s</a:t>
            </a:r>
            <a:r>
              <a:rPr b="0" dirty="0" sz="2000" i="0" lang="en-US" strike="noStrike" u="none">
                <a:solidFill>
                  <a:srgbClr val="00B050"/>
                </a:solidFill>
                <a:effectLst/>
              </a:rPr>
              <a:t>m</a:t>
            </a:r>
            <a:r>
              <a:rPr b="0" dirty="0" sz="2000" i="0" lang="en-US" strike="noStrike" u="none">
                <a:solidFill>
                  <a:srgbClr val="00B050"/>
                </a:solidFill>
                <a:effectLst/>
              </a:rPr>
              <a:t>a</a:t>
            </a:r>
            <a:r>
              <a:rPr b="0" dirty="0" sz="2000" i="0" lang="en-US" strike="noStrike" u="none">
                <a:solidFill>
                  <a:srgbClr val="00B050"/>
                </a:solidFill>
                <a:effectLst/>
              </a:rPr>
              <a:t>l</a:t>
            </a:r>
            <a:r>
              <a:rPr b="0" dirty="0" sz="2000" i="0" lang="en-US" strike="noStrike" u="none">
                <a:solidFill>
                  <a:srgbClr val="00B050"/>
                </a:solidFill>
                <a:effectLst/>
              </a:rPr>
              <a:t>l</a:t>
            </a:r>
            <a:r>
              <a:rPr b="0" dirty="0" sz="2000" i="0" lang="en-US" strike="noStrike" u="none">
                <a:solidFill>
                  <a:srgbClr val="00B050"/>
                </a:solidFill>
                <a:effectLst/>
              </a:rPr>
              <a:t> </a:t>
            </a:r>
            <a:r>
              <a:rPr b="0" dirty="0" sz="2000" i="0" lang="en-US" strike="noStrike" u="none">
                <a:solidFill>
                  <a:srgbClr val="00B050"/>
                </a:solidFill>
                <a:effectLst/>
              </a:rPr>
              <a:t>b</a:t>
            </a:r>
            <a:r>
              <a:rPr b="0" dirty="0" sz="2000" i="0" lang="en-US" strike="noStrike" u="none">
                <a:solidFill>
                  <a:srgbClr val="00B050"/>
                </a:solidFill>
                <a:effectLst/>
              </a:rPr>
              <a:t>u</a:t>
            </a:r>
            <a:r>
              <a:rPr b="0" dirty="0" sz="2000" i="0" lang="en-US" strike="noStrike" u="none">
                <a:solidFill>
                  <a:srgbClr val="00B050"/>
                </a:solidFill>
                <a:effectLst/>
              </a:rPr>
              <a:t>s</a:t>
            </a:r>
            <a:r>
              <a:rPr b="0" dirty="0" sz="2000" i="0" lang="en-US" strike="noStrike" u="none">
                <a:solidFill>
                  <a:srgbClr val="00B050"/>
                </a:solidFill>
                <a:effectLst/>
              </a:rPr>
              <a:t>i</a:t>
            </a:r>
            <a:r>
              <a:rPr b="0" dirty="0" sz="2000" i="0" lang="en-US" strike="noStrike" u="none">
                <a:solidFill>
                  <a:srgbClr val="00B050"/>
                </a:solidFill>
                <a:effectLst/>
              </a:rPr>
              <a:t>n</a:t>
            </a:r>
            <a:r>
              <a:rPr b="0" dirty="0" sz="2000" i="0" lang="en-US" strike="noStrike" u="none">
                <a:solidFill>
                  <a:srgbClr val="00B050"/>
                </a:solidFill>
                <a:effectLst/>
              </a:rPr>
              <a:t>e</a:t>
            </a:r>
            <a:r>
              <a:rPr b="0" dirty="0" sz="2000" i="0" lang="en-US" strike="noStrike" u="none">
                <a:solidFill>
                  <a:srgbClr val="00B050"/>
                </a:solidFill>
                <a:effectLst/>
              </a:rPr>
              <a:t>s</a:t>
            </a:r>
            <a:r>
              <a:rPr b="0" dirty="0" sz="2000" i="0" lang="en-US" strike="noStrike" u="none">
                <a:solidFill>
                  <a:srgbClr val="00B050"/>
                </a:solidFill>
                <a:effectLst/>
              </a:rPr>
              <a:t>s</a:t>
            </a:r>
            <a:r>
              <a:rPr b="0" dirty="0" sz="2000" i="0" lang="en-US" strike="noStrike" u="none">
                <a:solidFill>
                  <a:srgbClr val="00B050"/>
                </a:solidFill>
                <a:effectLst/>
              </a:rPr>
              <a:t>e</a:t>
            </a:r>
            <a:r>
              <a:rPr b="0" dirty="0" sz="2000" i="0" lang="en-US" strike="noStrike" u="none">
                <a:solidFill>
                  <a:srgbClr val="00B050"/>
                </a:solidFill>
                <a:effectLst/>
              </a:rPr>
              <a:t>s</a:t>
            </a:r>
            <a:r>
              <a:rPr b="0" dirty="0" sz="2000" i="0" lang="en-IN" strike="noStrike" u="none">
                <a:solidFill>
                  <a:srgbClr val="00B050"/>
                </a:solidFill>
                <a:effectLst/>
              </a:rPr>
              <a:t>] </a:t>
            </a:r>
            <a:endParaRPr altLang="en-US" lang="zh-CN"/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b="0" dirty="0" sz="2000" i="0" lang="en-IN" strike="noStrike" u="none">
                <a:effectLst/>
              </a:rPr>
              <a:t>who </a:t>
            </a:r>
            <a:r>
              <a:rPr b="0" dirty="0" sz="2000" i="0" lang="en-US" strike="noStrike" u="none">
                <a:effectLst/>
              </a:rPr>
              <a:t>n</a:t>
            </a:r>
            <a:r>
              <a:rPr b="0" dirty="0" sz="2000" i="0" lang="en-US" strike="noStrike" u="none">
                <a:effectLst/>
              </a:rPr>
              <a:t>e</a:t>
            </a:r>
            <a:r>
              <a:rPr b="0" dirty="0" sz="2000" i="0" lang="en-US" strike="noStrike" u="none">
                <a:effectLst/>
              </a:rPr>
              <a:t>e</a:t>
            </a:r>
            <a:r>
              <a:rPr b="0" dirty="0" sz="2000" i="0" lang="en-US" strike="noStrike" u="none">
                <a:effectLst/>
              </a:rPr>
              <a:t>d</a:t>
            </a:r>
            <a:r>
              <a:rPr b="0" dirty="0" sz="2000" i="0" lang="en-US" strike="noStrike" u="none">
                <a:effectLst/>
              </a:rPr>
              <a:t> </a:t>
            </a:r>
            <a:r>
              <a:rPr b="0" dirty="0" sz="2000" i="0" lang="en-IN" strike="noStrike" u="none">
                <a:solidFill>
                  <a:srgbClr val="00B050"/>
                </a:solidFill>
                <a:effectLst/>
              </a:rPr>
              <a:t> </a:t>
            </a:r>
            <a:r>
              <a:rPr b="0" dirty="0" sz="2000" i="0" lang="en-US" strike="noStrike" u="none">
                <a:solidFill>
                  <a:srgbClr val="00B050"/>
                </a:solidFill>
                <a:effectLst/>
              </a:rPr>
              <a:t>[</a:t>
            </a:r>
            <a:r>
              <a:rPr b="0" dirty="0" sz="2000" i="0" lang="en-US" strike="noStrike" u="none">
                <a:solidFill>
                  <a:srgbClr val="00B050"/>
                </a:solidFill>
                <a:effectLst/>
              </a:rPr>
              <a:t>t</a:t>
            </a:r>
            <a:r>
              <a:rPr b="0" dirty="0" sz="2000" i="0" lang="en-US" strike="noStrike" u="none">
                <a:solidFill>
                  <a:srgbClr val="00B050"/>
                </a:solidFill>
                <a:effectLst/>
              </a:rPr>
              <a:t>o</a:t>
            </a:r>
            <a:r>
              <a:rPr b="0" dirty="0" sz="2000" i="0" lang="en-US" strike="noStrike" u="none">
                <a:solidFill>
                  <a:srgbClr val="00B050"/>
                </a:solidFill>
                <a:effectLst/>
              </a:rPr>
              <a:t> </a:t>
            </a:r>
            <a:r>
              <a:rPr b="0" dirty="0" sz="2000" i="0" lang="en-US" strike="noStrike" u="none">
                <a:solidFill>
                  <a:srgbClr val="00B050"/>
                </a:solidFill>
                <a:effectLst/>
              </a:rPr>
              <a:t>s</a:t>
            </a:r>
            <a:r>
              <a:rPr b="0" dirty="0" sz="2000" i="0" lang="en-US" strike="noStrike" u="none">
                <a:solidFill>
                  <a:srgbClr val="00B050"/>
                </a:solidFill>
                <a:effectLst/>
              </a:rPr>
              <a:t>e</a:t>
            </a:r>
            <a:r>
              <a:rPr b="0" dirty="0" sz="2000" i="0" lang="en-US" strike="noStrike" u="none">
                <a:solidFill>
                  <a:srgbClr val="00B050"/>
                </a:solidFill>
                <a:effectLst/>
              </a:rPr>
              <a:t>n</a:t>
            </a:r>
            <a:r>
              <a:rPr b="0" dirty="0" sz="2000" i="0" lang="en-US" strike="noStrike" u="none">
                <a:solidFill>
                  <a:srgbClr val="00B050"/>
                </a:solidFill>
                <a:effectLst/>
              </a:rPr>
              <a:t>d</a:t>
            </a:r>
            <a:r>
              <a:rPr b="0" dirty="0" sz="2000" i="0" lang="en-US" strike="noStrike" u="none">
                <a:solidFill>
                  <a:srgbClr val="00B050"/>
                </a:solidFill>
                <a:effectLst/>
              </a:rPr>
              <a:t> </a:t>
            </a:r>
            <a:r>
              <a:rPr b="0" dirty="0" sz="2000" i="0" lang="en-US" strike="noStrike" u="none">
                <a:solidFill>
                  <a:srgbClr val="00B050"/>
                </a:solidFill>
                <a:effectLst/>
              </a:rPr>
              <a:t>s</a:t>
            </a:r>
            <a:r>
              <a:rPr b="0" dirty="0" sz="2000" i="0" lang="en-US" strike="noStrike" u="none">
                <a:solidFill>
                  <a:srgbClr val="00B050"/>
                </a:solidFill>
                <a:effectLst/>
              </a:rPr>
              <a:t>m</a:t>
            </a:r>
            <a:r>
              <a:rPr b="0" dirty="0" sz="2000" i="0" lang="en-US" strike="noStrike" u="none">
                <a:solidFill>
                  <a:srgbClr val="00B050"/>
                </a:solidFill>
                <a:effectLst/>
              </a:rPr>
              <a:t>a</a:t>
            </a:r>
            <a:r>
              <a:rPr b="0" dirty="0" sz="2000" i="0" lang="en-US" strike="noStrike" u="none">
                <a:solidFill>
                  <a:srgbClr val="00B050"/>
                </a:solidFill>
                <a:effectLst/>
              </a:rPr>
              <a:t>l</a:t>
            </a:r>
            <a:r>
              <a:rPr b="0" dirty="0" sz="2000" i="0" lang="en-US" strike="noStrike" u="none">
                <a:solidFill>
                  <a:srgbClr val="00B050"/>
                </a:solidFill>
                <a:effectLst/>
              </a:rPr>
              <a:t>l</a:t>
            </a:r>
            <a:r>
              <a:rPr b="0" dirty="0" sz="2000" i="0" lang="en-US" strike="noStrike" u="none">
                <a:solidFill>
                  <a:srgbClr val="00B050"/>
                </a:solidFill>
                <a:effectLst/>
              </a:rPr>
              <a:t> </a:t>
            </a:r>
            <a:r>
              <a:rPr b="0" dirty="0" sz="2000" i="0" lang="en-US" strike="noStrike" u="none">
                <a:solidFill>
                  <a:srgbClr val="00B050"/>
                </a:solidFill>
                <a:effectLst/>
              </a:rPr>
              <a:t>p</a:t>
            </a:r>
            <a:r>
              <a:rPr b="0" dirty="0" sz="2000" i="0" lang="en-US" strike="noStrike" u="none">
                <a:solidFill>
                  <a:srgbClr val="00B050"/>
                </a:solidFill>
                <a:effectLst/>
              </a:rPr>
              <a:t>a</a:t>
            </a:r>
            <a:r>
              <a:rPr b="0" dirty="0" sz="2000" i="0" lang="en-US" strike="noStrike" u="none">
                <a:solidFill>
                  <a:srgbClr val="00B050"/>
                </a:solidFill>
                <a:effectLst/>
              </a:rPr>
              <a:t>c</a:t>
            </a:r>
            <a:r>
              <a:rPr b="0" dirty="0" sz="2000" i="0" lang="en-US" strike="noStrike" u="none">
                <a:solidFill>
                  <a:srgbClr val="00B050"/>
                </a:solidFill>
                <a:effectLst/>
              </a:rPr>
              <a:t>k</a:t>
            </a:r>
            <a:r>
              <a:rPr b="0" dirty="0" sz="2000" i="0" lang="en-US" strike="noStrike" u="none">
                <a:solidFill>
                  <a:srgbClr val="00B050"/>
                </a:solidFill>
                <a:effectLst/>
              </a:rPr>
              <a:t>a</a:t>
            </a:r>
            <a:r>
              <a:rPr b="0" dirty="0" sz="2000" i="0" lang="en-US" strike="noStrike" u="none">
                <a:solidFill>
                  <a:srgbClr val="00B050"/>
                </a:solidFill>
                <a:effectLst/>
              </a:rPr>
              <a:t>ges</a:t>
            </a:r>
            <a:r>
              <a:rPr b="0" dirty="0" sz="2000" i="0" lang="en-US" strike="noStrike" u="none">
                <a:solidFill>
                  <a:srgbClr val="00B050"/>
                </a:solidFill>
                <a:effectLst/>
              </a:rPr>
              <a:t> </a:t>
            </a:r>
            <a:r>
              <a:rPr b="0" dirty="0" sz="2000" i="0" lang="en-US" strike="noStrike" u="none">
                <a:solidFill>
                  <a:srgbClr val="00B050"/>
                </a:solidFill>
                <a:effectLst/>
              </a:rPr>
              <a:t>q</a:t>
            </a:r>
            <a:r>
              <a:rPr b="0" dirty="0" sz="2000" i="0" lang="en-US" strike="noStrike" u="none">
                <a:solidFill>
                  <a:srgbClr val="00B050"/>
                </a:solidFill>
                <a:effectLst/>
              </a:rPr>
              <a:t>u</a:t>
            </a:r>
            <a:r>
              <a:rPr b="0" dirty="0" sz="2000" i="0" lang="en-US" strike="noStrike" u="none">
                <a:solidFill>
                  <a:srgbClr val="00B050"/>
                </a:solidFill>
                <a:effectLst/>
              </a:rPr>
              <a:t>i</a:t>
            </a:r>
            <a:r>
              <a:rPr b="0" dirty="0" sz="2000" i="0" lang="en-US" strike="noStrike" u="none">
                <a:solidFill>
                  <a:srgbClr val="00B050"/>
                </a:solidFill>
                <a:effectLst/>
              </a:rPr>
              <a:t>c</a:t>
            </a:r>
            <a:r>
              <a:rPr b="0" dirty="0" sz="2000" i="0" lang="en-US" strike="noStrike" u="none">
                <a:solidFill>
                  <a:srgbClr val="00B050"/>
                </a:solidFill>
                <a:effectLst/>
              </a:rPr>
              <a:t>k</a:t>
            </a:r>
            <a:r>
              <a:rPr b="0" dirty="0" sz="2000" i="0" lang="en-US" strike="noStrike" u="none">
                <a:solidFill>
                  <a:srgbClr val="00B050"/>
                </a:solidFill>
                <a:effectLst/>
              </a:rPr>
              <a:t>l</a:t>
            </a:r>
            <a:r>
              <a:rPr b="0" dirty="0" sz="2000" i="0" lang="en-US" strike="noStrike" u="none">
                <a:solidFill>
                  <a:srgbClr val="00B050"/>
                </a:solidFill>
                <a:effectLst/>
              </a:rPr>
              <a:t>y</a:t>
            </a:r>
            <a:r>
              <a:rPr b="0" dirty="0" sz="2000" i="0" lang="en-US" strike="noStrike" u="none">
                <a:solidFill>
                  <a:srgbClr val="00B050"/>
                </a:solidFill>
                <a:effectLst/>
              </a:rPr>
              <a:t> </a:t>
            </a:r>
            <a:r>
              <a:rPr b="0" dirty="0" sz="2000" i="0" lang="en-US" strike="noStrike" u="none">
                <a:solidFill>
                  <a:srgbClr val="00B050"/>
                </a:solidFill>
                <a:effectLst/>
              </a:rPr>
              <a:t>a</a:t>
            </a:r>
            <a:r>
              <a:rPr b="0" dirty="0" sz="2000" i="0" lang="en-US" strike="noStrike" u="none">
                <a:solidFill>
                  <a:srgbClr val="00B050"/>
                </a:solidFill>
                <a:effectLst/>
              </a:rPr>
              <a:t>n</a:t>
            </a:r>
            <a:r>
              <a:rPr b="0" dirty="0" sz="2000" i="0" lang="en-US" strike="noStrike" u="none">
                <a:solidFill>
                  <a:srgbClr val="00B050"/>
                </a:solidFill>
                <a:effectLst/>
              </a:rPr>
              <a:t>d</a:t>
            </a:r>
            <a:r>
              <a:rPr b="0" dirty="0" sz="2000" i="0" lang="en-US" strike="noStrike" u="none">
                <a:solidFill>
                  <a:srgbClr val="00B050"/>
                </a:solidFill>
                <a:effectLst/>
              </a:rPr>
              <a:t> </a:t>
            </a:r>
            <a:r>
              <a:rPr b="0" dirty="0" sz="2000" i="0" lang="en-US" strike="noStrike" u="none">
                <a:solidFill>
                  <a:srgbClr val="00B050"/>
                </a:solidFill>
                <a:effectLst/>
              </a:rPr>
              <a:t>c</a:t>
            </a:r>
            <a:r>
              <a:rPr b="0" dirty="0" sz="2000" i="0" lang="en-US" strike="noStrike" u="none">
                <a:solidFill>
                  <a:srgbClr val="00B050"/>
                </a:solidFill>
                <a:effectLst/>
              </a:rPr>
              <a:t>o</a:t>
            </a:r>
            <a:r>
              <a:rPr b="0" dirty="0" sz="2000" i="0" lang="en-US" strike="noStrike" u="none">
                <a:solidFill>
                  <a:srgbClr val="00B050"/>
                </a:solidFill>
                <a:effectLst/>
              </a:rPr>
              <a:t>n</a:t>
            </a:r>
            <a:r>
              <a:rPr b="0" dirty="0" sz="2000" i="0" lang="en-US" strike="noStrike" u="none">
                <a:solidFill>
                  <a:srgbClr val="00B050"/>
                </a:solidFill>
                <a:effectLst/>
              </a:rPr>
              <a:t>v</a:t>
            </a:r>
            <a:r>
              <a:rPr b="0" dirty="0" sz="2000" i="0" lang="en-US" strike="noStrike" u="none">
                <a:solidFill>
                  <a:srgbClr val="00B050"/>
                </a:solidFill>
                <a:effectLst/>
              </a:rPr>
              <a:t>eniently</a:t>
            </a:r>
            <a:r>
              <a:rPr b="0" dirty="0" sz="2000" i="0" lang="en-US" strike="noStrike" u="none">
                <a:solidFill>
                  <a:srgbClr val="00B050"/>
                </a:solidFill>
                <a:effectLst/>
              </a:rPr>
              <a:t> </a:t>
            </a:r>
            <a:r>
              <a:rPr b="0" dirty="0" sz="2000" i="0" lang="en-US" strike="noStrike" u="none">
                <a:solidFill>
                  <a:srgbClr val="00B050"/>
                </a:solidFill>
                <a:effectLst/>
              </a:rPr>
              <a:t>a</a:t>
            </a:r>
            <a:r>
              <a:rPr b="0" dirty="0" sz="2000" i="0" lang="en-US" strike="noStrike" u="none">
                <a:solidFill>
                  <a:srgbClr val="00B050"/>
                </a:solidFill>
                <a:effectLst/>
              </a:rPr>
              <a:t>c</a:t>
            </a:r>
            <a:r>
              <a:rPr b="0" dirty="0" sz="2000" i="0" lang="en-US" strike="noStrike" u="none">
                <a:solidFill>
                  <a:srgbClr val="00B050"/>
                </a:solidFill>
                <a:effectLst/>
              </a:rPr>
              <a:t>r</a:t>
            </a:r>
            <a:r>
              <a:rPr b="0" dirty="0" sz="2000" i="0" lang="en-US" strike="noStrike" u="none">
                <a:solidFill>
                  <a:srgbClr val="00B050"/>
                </a:solidFill>
                <a:effectLst/>
              </a:rPr>
              <a:t>o</a:t>
            </a:r>
            <a:r>
              <a:rPr b="0" dirty="0" sz="2000" i="0" lang="en-US" strike="noStrike" u="none">
                <a:solidFill>
                  <a:srgbClr val="00B050"/>
                </a:solidFill>
                <a:effectLst/>
              </a:rPr>
              <a:t>s</a:t>
            </a:r>
            <a:r>
              <a:rPr b="0" dirty="0" sz="2000" i="0" lang="en-US" strike="noStrike" u="none">
                <a:solidFill>
                  <a:srgbClr val="00B050"/>
                </a:solidFill>
                <a:effectLst/>
              </a:rPr>
              <a:t>s</a:t>
            </a:r>
            <a:r>
              <a:rPr b="0" dirty="0" sz="2000" i="0" lang="en-US" strike="noStrike" u="none">
                <a:solidFill>
                  <a:srgbClr val="00B050"/>
                </a:solidFill>
                <a:effectLst/>
              </a:rPr>
              <a:t> </a:t>
            </a:r>
            <a:r>
              <a:rPr b="0" dirty="0" sz="2000" i="0" lang="en-US" strike="noStrike" u="none">
                <a:solidFill>
                  <a:srgbClr val="00B050"/>
                </a:solidFill>
                <a:effectLst/>
              </a:rPr>
              <a:t>t</a:t>
            </a:r>
            <a:r>
              <a:rPr b="0" dirty="0" sz="2000" i="0" lang="en-US" strike="noStrike" u="none">
                <a:solidFill>
                  <a:srgbClr val="00B050"/>
                </a:solidFill>
                <a:effectLst/>
              </a:rPr>
              <a:t>o</a:t>
            </a:r>
            <a:r>
              <a:rPr b="0" dirty="0" sz="2000" i="0" lang="en-US" strike="noStrike" u="none">
                <a:solidFill>
                  <a:srgbClr val="00B050"/>
                </a:solidFill>
                <a:effectLst/>
              </a:rPr>
              <a:t>w</a:t>
            </a:r>
            <a:r>
              <a:rPr b="0" dirty="0" sz="2000" i="0" lang="en-US" strike="noStrike" u="none">
                <a:solidFill>
                  <a:srgbClr val="00B050"/>
                </a:solidFill>
                <a:effectLst/>
              </a:rPr>
              <a:t>n</a:t>
            </a:r>
            <a:r>
              <a:rPr b="0" dirty="0" sz="2000" i="0" lang="en-IN" strike="noStrike" u="none">
                <a:solidFill>
                  <a:srgbClr val="00B050"/>
                </a:solidFill>
                <a:effectLst/>
              </a:rPr>
              <a:t>] </a:t>
            </a:r>
            <a:endParaRPr altLang="en-US" lang="zh-CN"/>
          </a:p>
          <a:p>
            <a:r>
              <a:rPr dirty="0" sz="2000" i="0" lang="en-IN" strike="noStrike" u="none">
                <a:solidFill>
                  <a:schemeClr val="accent4"/>
                </a:solidFill>
                <a:effectLst/>
                <a:latin typeface="YACgEVg3xZg 0"/>
              </a:rPr>
              <a:t>[ </a:t>
            </a:r>
            <a:r>
              <a:rPr dirty="0" sz="2000" i="0" lang="en-US" strike="noStrike" u="none">
                <a:solidFill>
                  <a:schemeClr val="accent4"/>
                </a:solidFill>
                <a:effectLst/>
                <a:latin typeface="YACgEVg3xZg 0"/>
              </a:rPr>
              <a:t>R</a:t>
            </a:r>
            <a:r>
              <a:rPr dirty="0" sz="2000" i="0" lang="en-US" strike="noStrike" u="none">
                <a:solidFill>
                  <a:schemeClr val="accent4"/>
                </a:solidFill>
                <a:effectLst/>
                <a:latin typeface="YACgEVg3xZg 0"/>
              </a:rPr>
              <a:t>I</a:t>
            </a:r>
            <a:r>
              <a:rPr dirty="0" sz="2000" i="0" lang="en-US" strike="noStrike" u="none">
                <a:solidFill>
                  <a:schemeClr val="accent4"/>
                </a:solidFill>
                <a:effectLst/>
                <a:latin typeface="YACgEVg3xZg 0"/>
              </a:rPr>
              <a:t>D</a:t>
            </a:r>
            <a:r>
              <a:rPr dirty="0" sz="2000" i="0" lang="en-US" strike="noStrike" u="none">
                <a:solidFill>
                  <a:schemeClr val="accent4"/>
                </a:solidFill>
                <a:effectLst/>
                <a:latin typeface="YACgEVg3xZg 0"/>
              </a:rPr>
              <a:t>R</a:t>
            </a:r>
            <a:r>
              <a:rPr dirty="0" sz="2000" i="0" lang="en-IN" strike="noStrike" u="none">
                <a:solidFill>
                  <a:schemeClr val="accent4"/>
                </a:solidFill>
                <a:effectLst/>
                <a:latin typeface="YACgEVg3xZg 0"/>
              </a:rPr>
              <a:t>] </a:t>
            </a:r>
            <a:endParaRPr altLang="en-US" lang="zh-CN"/>
          </a:p>
          <a:p>
            <a:r>
              <a:rPr dirty="0" sz="2000" i="0" lang="en-IN" strike="noStrike" u="none">
                <a:effectLst/>
                <a:latin typeface="YACgEVg3xZg 0"/>
              </a:rPr>
              <a:t>is a</a:t>
            </a:r>
            <a:r>
              <a:rPr dirty="0" sz="2000" i="0" lang="en-IN" strike="noStrike" u="none">
                <a:solidFill>
                  <a:schemeClr val="accent4"/>
                </a:solidFill>
                <a:effectLst/>
                <a:latin typeface="YACgEVg3xZg 0"/>
              </a:rPr>
              <a:t> [</a:t>
            </a:r>
            <a:r>
              <a:rPr dirty="0" sz="2000" i="0" lang="en-US" strike="noStrike" u="none">
                <a:solidFill>
                  <a:schemeClr val="accent4"/>
                </a:solidFill>
                <a:effectLst/>
                <a:latin typeface="YACgEVg3xZg 0"/>
              </a:rPr>
              <a:t>a</a:t>
            </a:r>
            <a:r>
              <a:rPr dirty="0" sz="2000" i="0" lang="en-US" strike="noStrike" u="none">
                <a:solidFill>
                  <a:schemeClr val="accent4"/>
                </a:solidFill>
                <a:effectLst/>
                <a:latin typeface="YACgEVg3xZg 0"/>
              </a:rPr>
              <a:t> </a:t>
            </a:r>
            <a:r>
              <a:rPr dirty="0" sz="2000" i="0" lang="en-US" strike="noStrike" u="none">
                <a:solidFill>
                  <a:schemeClr val="accent4"/>
                </a:solidFill>
                <a:effectLst/>
                <a:latin typeface="YACgEVg3xZg 0"/>
              </a:rPr>
              <a:t>P</a:t>
            </a:r>
            <a:r>
              <a:rPr dirty="0" sz="2000" i="0" lang="en-US" strike="noStrike" u="none">
                <a:solidFill>
                  <a:schemeClr val="accent4"/>
                </a:solidFill>
                <a:effectLst/>
                <a:latin typeface="YACgEVg3xZg 0"/>
              </a:rPr>
              <a:t>e</a:t>
            </a:r>
            <a:r>
              <a:rPr dirty="0" sz="2000" i="0" lang="en-US" strike="noStrike" u="none">
                <a:solidFill>
                  <a:schemeClr val="accent4"/>
                </a:solidFill>
                <a:effectLst/>
                <a:latin typeface="YACgEVg3xZg 0"/>
              </a:rPr>
              <a:t>e</a:t>
            </a:r>
            <a:r>
              <a:rPr dirty="0" sz="2000" i="0" lang="en-US" strike="noStrike" u="none">
                <a:solidFill>
                  <a:schemeClr val="accent4"/>
                </a:solidFill>
                <a:effectLst/>
                <a:latin typeface="YACgEVg3xZg 0"/>
              </a:rPr>
              <a:t>r</a:t>
            </a:r>
            <a:r>
              <a:rPr dirty="0" sz="2000" i="0" lang="en-US" strike="noStrike" u="none">
                <a:solidFill>
                  <a:schemeClr val="accent4"/>
                </a:solidFill>
                <a:effectLst/>
                <a:latin typeface="YACgEVg3xZg 0"/>
              </a:rPr>
              <a:t>-</a:t>
            </a:r>
            <a:r>
              <a:rPr dirty="0" sz="2000" i="0" lang="en-US" strike="noStrike" u="none">
                <a:solidFill>
                  <a:schemeClr val="accent4"/>
                </a:solidFill>
                <a:effectLst/>
                <a:latin typeface="YACgEVg3xZg 0"/>
              </a:rPr>
              <a:t>t</a:t>
            </a:r>
            <a:r>
              <a:rPr dirty="0" sz="2000" i="0" lang="en-US" strike="noStrike" u="none">
                <a:solidFill>
                  <a:schemeClr val="accent4"/>
                </a:solidFill>
                <a:effectLst/>
                <a:latin typeface="YACgEVg3xZg 0"/>
              </a:rPr>
              <a:t>o</a:t>
            </a:r>
            <a:r>
              <a:rPr dirty="0" sz="2000" i="0" lang="en-US" strike="noStrike" u="none">
                <a:solidFill>
                  <a:schemeClr val="accent4"/>
                </a:solidFill>
                <a:effectLst/>
                <a:latin typeface="YACgEVg3xZg 0"/>
              </a:rPr>
              <a:t>-</a:t>
            </a:r>
            <a:r>
              <a:rPr dirty="0" sz="2000" i="0" lang="en-US" strike="noStrike" u="none">
                <a:solidFill>
                  <a:schemeClr val="accent4"/>
                </a:solidFill>
                <a:effectLst/>
                <a:latin typeface="YACgEVg3xZg 0"/>
              </a:rPr>
              <a:t>p</a:t>
            </a:r>
            <a:r>
              <a:rPr dirty="0" sz="2000" i="0" lang="en-US" strike="noStrike" u="none">
                <a:solidFill>
                  <a:schemeClr val="accent4"/>
                </a:solidFill>
                <a:effectLst/>
                <a:latin typeface="YACgEVg3xZg 0"/>
              </a:rPr>
              <a:t>e</a:t>
            </a:r>
            <a:r>
              <a:rPr dirty="0" sz="2000" i="0" lang="en-US" strike="noStrike" u="none">
                <a:solidFill>
                  <a:schemeClr val="accent4"/>
                </a:solidFill>
                <a:effectLst/>
                <a:latin typeface="YACgEVg3xZg 0"/>
              </a:rPr>
              <a:t>e</a:t>
            </a:r>
            <a:r>
              <a:rPr dirty="0" sz="2000" i="0" lang="en-US" strike="noStrike" u="none">
                <a:solidFill>
                  <a:schemeClr val="accent4"/>
                </a:solidFill>
                <a:effectLst/>
                <a:latin typeface="YACgEVg3xZg 0"/>
              </a:rPr>
              <a:t>r</a:t>
            </a:r>
            <a:r>
              <a:rPr dirty="0" sz="2000" i="0" lang="en-US" strike="noStrike" u="none">
                <a:solidFill>
                  <a:schemeClr val="accent4"/>
                </a:solidFill>
                <a:effectLst/>
                <a:latin typeface="YACgEVg3xZg 0"/>
              </a:rPr>
              <a:t>,</a:t>
            </a:r>
            <a:r>
              <a:rPr dirty="0" sz="2000" i="0" lang="en-US" strike="noStrike" u="none">
                <a:solidFill>
                  <a:schemeClr val="accent4"/>
                </a:solidFill>
                <a:effectLst/>
                <a:latin typeface="YACgEVg3xZg 0"/>
              </a:rPr>
              <a:t> </a:t>
            </a:r>
            <a:r>
              <a:rPr dirty="0" sz="2000" i="0" lang="en-US" strike="noStrike" u="none">
                <a:solidFill>
                  <a:schemeClr val="accent4"/>
                </a:solidFill>
                <a:effectLst/>
                <a:latin typeface="YACgEVg3xZg 0"/>
              </a:rPr>
              <a:t>o</a:t>
            </a:r>
            <a:r>
              <a:rPr dirty="0" sz="2000" i="0" lang="en-US" strike="noStrike" u="none">
                <a:solidFill>
                  <a:schemeClr val="accent4"/>
                </a:solidFill>
                <a:effectLst/>
                <a:latin typeface="YACgEVg3xZg 0"/>
              </a:rPr>
              <a:t>n</a:t>
            </a:r>
            <a:r>
              <a:rPr dirty="0" sz="2000" i="0" lang="en-US" strike="noStrike" u="none">
                <a:solidFill>
                  <a:schemeClr val="accent4"/>
                </a:solidFill>
                <a:effectLst/>
                <a:latin typeface="YACgEVg3xZg 0"/>
              </a:rPr>
              <a:t> </a:t>
            </a:r>
            <a:r>
              <a:rPr dirty="0" sz="2000" i="0" lang="en-US" strike="noStrike" u="none">
                <a:solidFill>
                  <a:schemeClr val="accent4"/>
                </a:solidFill>
                <a:effectLst/>
                <a:latin typeface="YACgEVg3xZg 0"/>
              </a:rPr>
              <a:t>d</a:t>
            </a:r>
            <a:r>
              <a:rPr dirty="0" sz="2000" i="0" lang="en-US" strike="noStrike" u="none">
                <a:solidFill>
                  <a:schemeClr val="accent4"/>
                </a:solidFill>
                <a:effectLst/>
                <a:latin typeface="YACgEVg3xZg 0"/>
              </a:rPr>
              <a:t>e</a:t>
            </a:r>
            <a:r>
              <a:rPr dirty="0" sz="2000" i="0" lang="en-US" strike="noStrike" u="none">
                <a:solidFill>
                  <a:schemeClr val="accent4"/>
                </a:solidFill>
                <a:effectLst/>
                <a:latin typeface="YACgEVg3xZg 0"/>
              </a:rPr>
              <a:t>m</a:t>
            </a:r>
            <a:r>
              <a:rPr dirty="0" sz="2000" i="0" lang="en-US" strike="noStrike" u="none">
                <a:solidFill>
                  <a:schemeClr val="accent4"/>
                </a:solidFill>
                <a:effectLst/>
                <a:latin typeface="YACgEVg3xZg 0"/>
              </a:rPr>
              <a:t>a</a:t>
            </a:r>
            <a:r>
              <a:rPr dirty="0" sz="2000" i="0" lang="en-US" strike="noStrike" u="none">
                <a:solidFill>
                  <a:schemeClr val="accent4"/>
                </a:solidFill>
                <a:effectLst/>
                <a:latin typeface="YACgEVg3xZg 0"/>
              </a:rPr>
              <a:t>n</a:t>
            </a:r>
            <a:r>
              <a:rPr dirty="0" sz="2000" i="0" lang="en-US" strike="noStrike" u="none">
                <a:solidFill>
                  <a:schemeClr val="accent4"/>
                </a:solidFill>
                <a:effectLst/>
                <a:latin typeface="YACgEVg3xZg 0"/>
              </a:rPr>
              <a:t>d</a:t>
            </a:r>
            <a:r>
              <a:rPr dirty="0" sz="2000" i="0" lang="en-US" strike="noStrike" u="none">
                <a:solidFill>
                  <a:schemeClr val="accent4"/>
                </a:solidFill>
                <a:effectLst/>
                <a:latin typeface="YACgEVg3xZg 0"/>
              </a:rPr>
              <a:t> </a:t>
            </a:r>
            <a:r>
              <a:rPr dirty="0" sz="2000" i="0" lang="en-US" strike="noStrike" u="none">
                <a:solidFill>
                  <a:schemeClr val="accent4"/>
                </a:solidFill>
                <a:effectLst/>
                <a:latin typeface="YACgEVg3xZg 0"/>
              </a:rPr>
              <a:t>d</a:t>
            </a:r>
            <a:r>
              <a:rPr dirty="0" sz="2000" i="0" lang="en-US" strike="noStrike" u="none">
                <a:solidFill>
                  <a:schemeClr val="accent4"/>
                </a:solidFill>
                <a:effectLst/>
                <a:latin typeface="YACgEVg3xZg 0"/>
              </a:rPr>
              <a:t>e</a:t>
            </a:r>
            <a:r>
              <a:rPr dirty="0" sz="2000" i="0" lang="en-US" strike="noStrike" u="none">
                <a:solidFill>
                  <a:schemeClr val="accent4"/>
                </a:solidFill>
                <a:effectLst/>
                <a:latin typeface="YACgEVg3xZg 0"/>
              </a:rPr>
              <a:t>l</a:t>
            </a:r>
            <a:r>
              <a:rPr dirty="0" sz="2000" i="0" lang="en-US" strike="noStrike" u="none">
                <a:solidFill>
                  <a:schemeClr val="accent4"/>
                </a:solidFill>
                <a:effectLst/>
                <a:latin typeface="YACgEVg3xZg 0"/>
              </a:rPr>
              <a:t>i</a:t>
            </a:r>
            <a:r>
              <a:rPr dirty="0" sz="2000" i="0" lang="en-US" strike="noStrike" u="none">
                <a:solidFill>
                  <a:schemeClr val="accent4"/>
                </a:solidFill>
                <a:effectLst/>
                <a:latin typeface="YACgEVg3xZg 0"/>
              </a:rPr>
              <a:t>v</a:t>
            </a:r>
            <a:r>
              <a:rPr dirty="0" sz="2000" i="0" lang="en-US" strike="noStrike" u="none">
                <a:solidFill>
                  <a:schemeClr val="accent4"/>
                </a:solidFill>
                <a:effectLst/>
                <a:latin typeface="YACgEVg3xZg 0"/>
              </a:rPr>
              <a:t>e</a:t>
            </a:r>
            <a:r>
              <a:rPr dirty="0" sz="2000" i="0" lang="en-US" strike="noStrike" u="none">
                <a:solidFill>
                  <a:schemeClr val="accent4"/>
                </a:solidFill>
                <a:effectLst/>
                <a:latin typeface="YACgEVg3xZg 0"/>
              </a:rPr>
              <a:t>r</a:t>
            </a:r>
            <a:r>
              <a:rPr dirty="0" sz="2000" i="0" lang="en-US" strike="noStrike" u="none">
                <a:solidFill>
                  <a:schemeClr val="accent4"/>
                </a:solidFill>
                <a:effectLst/>
                <a:latin typeface="YACgEVg3xZg 0"/>
              </a:rPr>
              <a:t>y</a:t>
            </a:r>
            <a:r>
              <a:rPr dirty="0" sz="2000" i="0" lang="en-US" strike="noStrike" u="none">
                <a:solidFill>
                  <a:schemeClr val="accent4"/>
                </a:solidFill>
                <a:effectLst/>
                <a:latin typeface="YACgEVg3xZg 0"/>
              </a:rPr>
              <a:t> </a:t>
            </a:r>
            <a:r>
              <a:rPr dirty="0" sz="2000" i="0" lang="en-US" strike="noStrike" u="none">
                <a:solidFill>
                  <a:schemeClr val="accent4"/>
                </a:solidFill>
                <a:effectLst/>
                <a:latin typeface="YACgEVg3xZg 0"/>
              </a:rPr>
              <a:t>s</a:t>
            </a:r>
            <a:r>
              <a:rPr dirty="0" sz="2000" i="0" lang="en-US" strike="noStrike" u="none">
                <a:solidFill>
                  <a:schemeClr val="accent4"/>
                </a:solidFill>
                <a:effectLst/>
                <a:latin typeface="YACgEVg3xZg 0"/>
              </a:rPr>
              <a:t>e</a:t>
            </a:r>
            <a:r>
              <a:rPr dirty="0" sz="2000" i="0" lang="en-US" strike="noStrike" u="none">
                <a:solidFill>
                  <a:schemeClr val="accent4"/>
                </a:solidFill>
                <a:effectLst/>
                <a:latin typeface="YACgEVg3xZg 0"/>
              </a:rPr>
              <a:t>r</a:t>
            </a:r>
            <a:r>
              <a:rPr dirty="0" sz="2000" i="0" lang="en-US" strike="noStrike" u="none">
                <a:solidFill>
                  <a:schemeClr val="accent4"/>
                </a:solidFill>
                <a:effectLst/>
                <a:latin typeface="YACgEVg3xZg 0"/>
              </a:rPr>
              <a:t>v</a:t>
            </a:r>
            <a:r>
              <a:rPr dirty="0" sz="2000" i="0" lang="en-US" strike="noStrike" u="none">
                <a:solidFill>
                  <a:schemeClr val="accent4"/>
                </a:solidFill>
                <a:effectLst/>
                <a:latin typeface="YACgEVg3xZg 0"/>
              </a:rPr>
              <a:t>i</a:t>
            </a:r>
            <a:r>
              <a:rPr dirty="0" sz="2000" i="0" lang="en-US" strike="noStrike" u="none">
                <a:solidFill>
                  <a:schemeClr val="accent4"/>
                </a:solidFill>
                <a:effectLst/>
                <a:latin typeface="YACgEVg3xZg 0"/>
              </a:rPr>
              <a:t>c</a:t>
            </a:r>
            <a:r>
              <a:rPr dirty="0" sz="2000" i="0" lang="en-US" strike="noStrike" u="none">
                <a:solidFill>
                  <a:schemeClr val="accent4"/>
                </a:solidFill>
                <a:effectLst/>
                <a:latin typeface="YACgEVg3xZg 0"/>
              </a:rPr>
              <a:t>e</a:t>
            </a:r>
            <a:r>
              <a:rPr dirty="0" sz="2000" i="0" lang="en-US" strike="noStrike" u="none">
                <a:solidFill>
                  <a:schemeClr val="accent4"/>
                </a:solidFill>
                <a:effectLst/>
                <a:latin typeface="YACgEVg3xZg 0"/>
              </a:rPr>
              <a:t> </a:t>
            </a:r>
            <a:r>
              <a:rPr dirty="0" sz="2000" i="0" lang="en-IN" strike="noStrike" u="none">
                <a:solidFill>
                  <a:schemeClr val="accent4"/>
                </a:solidFill>
                <a:effectLst/>
                <a:latin typeface="YACgEVg3xZg 0"/>
              </a:rPr>
              <a:t>] </a:t>
            </a:r>
            <a:endParaRPr altLang="en-US" lang="zh-CN"/>
          </a:p>
          <a:p>
            <a:r>
              <a:rPr dirty="0" sz="2000" i="0" lang="en-IN" strike="noStrike" u="none">
                <a:effectLst/>
                <a:latin typeface="YACgEVg3xZg 0"/>
              </a:rPr>
              <a:t>that</a:t>
            </a:r>
            <a:r>
              <a:rPr dirty="0" sz="2000" i="0" lang="en-IN" strike="noStrike" u="none">
                <a:solidFill>
                  <a:schemeClr val="accent4"/>
                </a:solidFill>
                <a:effectLst/>
                <a:latin typeface="YACgEVg3xZg 0"/>
              </a:rPr>
              <a:t> [</a:t>
            </a:r>
            <a:r>
              <a:rPr dirty="0" sz="2000" i="0" lang="en-US" strike="noStrike" u="none">
                <a:solidFill>
                  <a:schemeClr val="accent4"/>
                </a:solidFill>
                <a:effectLst/>
                <a:latin typeface="YACgEVg3xZg 0"/>
              </a:rPr>
              <a:t>connects customers with nearby riders to pick up and deliver packages directly, while providing convenient booking, transparent pricing, and real-time delivery tracking.</a:t>
            </a:r>
            <a:r>
              <a:rPr dirty="0" sz="2000" i="0" lang="en-IN" strike="noStrike" u="none">
                <a:solidFill>
                  <a:schemeClr val="accent4"/>
                </a:solidFill>
                <a:effectLst/>
                <a:latin typeface="YACgEVg3xZg 0"/>
              </a:rPr>
              <a:t> ].</a:t>
            </a:r>
            <a:endParaRPr dirty="0" sz="2000" lang="en-IN">
              <a:solidFill>
                <a:schemeClr val="accent4"/>
              </a:solidFill>
              <a:effectLst/>
              <a:latin typeface="YACgEVg3xZg 0"/>
            </a:endParaRPr>
          </a:p>
          <a:p>
            <a:r>
              <a:rPr dirty="0" sz="2000" i="0" lang="en-IN" strike="noStrike" u="none">
                <a:effectLst/>
                <a:latin typeface="YACgEVg3xZg 0"/>
              </a:rPr>
              <a:t>Unlike</a:t>
            </a:r>
            <a:r>
              <a:rPr dirty="0" sz="2000" i="0" lang="en-IN" strike="noStrike" u="none">
                <a:solidFill>
                  <a:schemeClr val="accent4"/>
                </a:solidFill>
                <a:effectLst/>
                <a:latin typeface="YACgEVg3xZg 0"/>
              </a:rPr>
              <a:t> [</a:t>
            </a:r>
            <a:r>
              <a:rPr dirty="0" sz="2000" i="0" lang="en-US" strike="noStrike" u="none">
                <a:solidFill>
                  <a:schemeClr val="accent4"/>
                </a:solidFill>
                <a:effectLst/>
                <a:latin typeface="YACgEVg3xZg 0"/>
              </a:rPr>
              <a:t>traditional courier services and multi-purpose logistics companies</a:t>
            </a:r>
            <a:r>
              <a:rPr dirty="0" sz="2000" i="0" lang="en-IN" strike="noStrike" u="none">
                <a:solidFill>
                  <a:schemeClr val="accent4"/>
                </a:solidFill>
                <a:effectLst/>
                <a:latin typeface="YACgEVg3xZg 0"/>
              </a:rPr>
              <a:t> ] </a:t>
            </a:r>
            <a:r>
              <a:rPr dirty="0" sz="2000" i="0" lang="en-US" strike="noStrike" u="none">
                <a:solidFill>
                  <a:schemeClr val="accent4"/>
                </a:solidFill>
                <a:effectLst/>
                <a:latin typeface="YACgEVg3xZg 0"/>
              </a:rPr>
              <a:t>.</a:t>
            </a:r>
            <a:r>
              <a:rPr dirty="0" sz="2000" i="0" lang="en-US" strike="noStrike" u="none">
                <a:solidFill>
                  <a:schemeClr val="accent4"/>
                </a:solidFill>
                <a:effectLst/>
                <a:latin typeface="YACgEVg3xZg 0"/>
              </a:rPr>
              <a:t> </a:t>
            </a:r>
            <a:endParaRPr altLang="en-US" lang="zh-CN"/>
          </a:p>
          <a:p>
            <a:r>
              <a:rPr dirty="0" sz="2000" i="0" lang="en-US" strike="noStrike" u="none">
                <a:solidFill>
                  <a:srgbClr val="000000"/>
                </a:solidFill>
                <a:effectLst/>
                <a:latin typeface="YACgEVg3xZg 0"/>
              </a:rPr>
              <a:t>R</a:t>
            </a:r>
            <a:r>
              <a:rPr dirty="0" sz="2000" i="0" lang="en-US" strike="noStrike" u="none">
                <a:solidFill>
                  <a:srgbClr val="000000"/>
                </a:solidFill>
                <a:effectLst/>
                <a:latin typeface="YACgEVg3xZg 0"/>
              </a:rPr>
              <a:t>I</a:t>
            </a:r>
            <a:r>
              <a:rPr dirty="0" sz="2000" i="0" lang="en-US" strike="noStrike" u="none">
                <a:solidFill>
                  <a:srgbClr val="000000"/>
                </a:solidFill>
                <a:effectLst/>
                <a:latin typeface="YACgEVg3xZg 0"/>
              </a:rPr>
              <a:t>D</a:t>
            </a:r>
            <a:r>
              <a:rPr dirty="0" sz="2000" i="0" lang="en-US" strike="noStrike" u="none">
                <a:solidFill>
                  <a:srgbClr val="000000"/>
                </a:solidFill>
                <a:effectLst/>
                <a:latin typeface="YACgEVg3xZg 0"/>
              </a:rPr>
              <a:t>R</a:t>
            </a:r>
            <a:r>
              <a:rPr dirty="0" sz="2000" i="0" lang="en-US" strike="noStrike" u="none">
                <a:solidFill>
                  <a:srgbClr val="000000"/>
                </a:solidFill>
                <a:effectLst/>
                <a:latin typeface="YACgEVg3xZg 0"/>
              </a:rPr>
              <a:t> </a:t>
            </a:r>
            <a:r>
              <a:rPr dirty="0" sz="2000" i="0" lang="en-US" strike="noStrike" u="none">
                <a:solidFill>
                  <a:srgbClr val="000000"/>
                </a:solidFill>
                <a:effectLst/>
                <a:latin typeface="YACgEVg3xZg 0"/>
              </a:rPr>
              <a:t> </a:t>
            </a:r>
            <a:r>
              <a:rPr dirty="0" sz="2000" i="0" lang="en-US" strike="noStrike" u="none">
                <a:solidFill>
                  <a:srgbClr val="000000"/>
                </a:solidFill>
                <a:effectLst/>
                <a:latin typeface="YACgEVg3xZg 0"/>
              </a:rPr>
              <a:t>i</a:t>
            </a:r>
            <a:r>
              <a:rPr dirty="0" sz="2000" i="0" lang="en-US" strike="noStrike" u="none">
                <a:solidFill>
                  <a:srgbClr val="000000"/>
                </a:solidFill>
                <a:effectLst/>
                <a:latin typeface="YACgEVg3xZg 0"/>
              </a:rPr>
              <a:t>s</a:t>
            </a:r>
            <a:r>
              <a:rPr dirty="0" sz="2000" i="0" lang="en-US" strike="noStrike" u="none">
                <a:solidFill>
                  <a:srgbClr val="000000"/>
                </a:solidFill>
                <a:effectLst/>
                <a:latin typeface="YACgEVg3xZg 0"/>
              </a:rPr>
              <a:t> </a:t>
            </a:r>
            <a:r>
              <a:rPr dirty="0" sz="2000" i="0" lang="en-US" strike="noStrike" u="none">
                <a:solidFill>
                  <a:schemeClr val="accent4"/>
                </a:solidFill>
                <a:effectLst/>
                <a:latin typeface="YACgEVg3xZg 0"/>
              </a:rPr>
              <a:t> </a:t>
            </a:r>
            <a:r>
              <a:rPr dirty="0" sz="2000" i="0" lang="en-IN" strike="noStrike" u="none">
                <a:solidFill>
                  <a:schemeClr val="accent4"/>
                </a:solidFill>
                <a:effectLst/>
                <a:latin typeface="YACgEVg3xZg 0"/>
              </a:rPr>
              <a:t>[ </a:t>
            </a:r>
            <a:r>
              <a:rPr dirty="0" sz="2000" i="0" lang="en-IN" strike="noStrike" u="none">
                <a:solidFill>
                  <a:schemeClr val="accent4"/>
                </a:solidFill>
                <a:effectLst/>
                <a:latin typeface="YACgEVg3xZg 0"/>
              </a:rPr>
              <a:t>designed specifically for quick, everyday, person-to-person deliveries, connecting customers with nearby riders on demand and providing a simple experience similar to requesting a ride.</a:t>
            </a:r>
            <a:r>
              <a:rPr dirty="0" sz="2000" i="0" lang="en-US" strike="noStrike" u="none">
                <a:solidFill>
                  <a:schemeClr val="accent4"/>
                </a:solidFill>
                <a:effectLst/>
                <a:latin typeface="YACgEVg3xZg 0"/>
              </a:rPr>
              <a:t>]</a:t>
            </a:r>
            <a:endParaRPr dirty="0" sz="2000" lang="en-IN">
              <a:solidFill>
                <a:schemeClr val="accent4"/>
              </a:solidFill>
              <a:effectLst/>
              <a:latin typeface="YACgEVg3xZg 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b="0" dirty="0" sz="2000" i="0" lang="en-IN" strike="noStrike" u="none">
                <a:effectLst/>
              </a:rPr>
              <a:t>We’ll know this is true when</a:t>
            </a:r>
            <a:r>
              <a:rPr b="0" dirty="0" sz="2000" i="0" lang="en-IN" strike="noStrike" u="none">
                <a:solidFill>
                  <a:schemeClr val="accent2">
                    <a:lumMod val="75000"/>
                  </a:schemeClr>
                </a:solidFill>
                <a:effectLst/>
              </a:rPr>
              <a:t> [ </a:t>
            </a:r>
            <a:r>
              <a:rPr b="0" dirty="0" sz="2000" i="0" lang="en-US" strike="noStrike" u="none">
                <a:solidFill>
                  <a:schemeClr val="accent2">
                    <a:lumMod val="75000"/>
                  </a:schemeClr>
                </a:solidFill>
                <a:effectLst/>
              </a:rPr>
              <a:t>customers can book, track, and receive deliveries safely and on time.</a:t>
            </a:r>
            <a:r>
              <a:rPr b="0" dirty="0" sz="2000" i="0" lang="en-IN" strike="noStrike" u="none">
                <a:solidFill>
                  <a:schemeClr val="accent2">
                    <a:lumMod val="75000"/>
                  </a:schemeClr>
                </a:solidFill>
                <a:effectLst/>
              </a:rPr>
              <a:t>]</a:t>
            </a:r>
            <a:endParaRPr dirty="0" sz="2000" lang="en-IN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Evangel Afolabi</dc:creator>
  <cp:lastModifiedBy>Evangel Afolabi</cp:lastModifiedBy>
  <dcterms:created xsi:type="dcterms:W3CDTF">2026-09-22T17:30:24Z</dcterms:created>
  <dcterms:modified xsi:type="dcterms:W3CDTF">2026-09-25T19:35:37Z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55bdb629eec641d0bfb0952b0e2b4504_23</vt:lpwstr>
  </property>
</Properties>
</file>